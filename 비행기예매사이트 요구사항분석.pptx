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90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FD174-85F1-1F28-EFCC-B9B7B2114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E03210-93D3-4BBB-655B-6570C26C1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36AB4A-5CBE-1575-DA51-68D406AA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CCDEFB-9E4E-69A1-CBF2-AF9C0984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B75B4C-5AB8-B359-2FD9-F34F99E9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32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1C5C1-8C57-79BA-E115-546CF4EB5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28D47F-0D37-FB14-1814-A1807C7C7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E1292-499A-3777-CF88-84AE5DEF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58C933-9BFF-8DA8-E448-C6B7A78E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A69CB-E8B4-47D0-3281-E547DB3F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98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399CB-3ADC-8A8A-64C6-EB3A77CFE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CFF89F-6EC8-C6B0-C595-0B60511CF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AEF93-182B-8720-F2C2-DBBA0584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38B937-BB6C-6FC4-2D5A-1DCA48C10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2654C9-D29F-8C06-8A2B-85056F9A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38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BAC01-7069-CCF5-2BBE-643BA157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DBC8B5-4AB2-C79D-842B-86CF74576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3AE442-ADAD-AA9F-8240-445275AE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9867D0-B073-FDA1-68EF-413FF0E2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4F888F-5631-DAF2-2C76-F02031F9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31E973-1533-6E93-8C82-70FB46A2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46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EC6FD-C2C0-EBA4-B74B-C02089CA6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2FB89-E63A-012B-A0C7-C78950331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A59545-979C-B845-05BE-55BDEA76B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5B48DF-1DFD-1E1E-853A-A4FC5067F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FBF43A-AF72-4463-10C9-3F14FA3E5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48692EF-EA7A-A7AB-1090-64539503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BEEF54-F456-4547-5DF3-93E09BEE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13B98D-9E66-77F9-A2A0-334E43EA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0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7B64E-33B1-7D8C-A67B-8D5F3535E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15D89A-11BC-349D-66CC-22B1CAF9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746957-2E7F-B84B-CEF4-361F9FEF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6F9412-ED86-C3C5-EAF3-A834EF81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913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194879-887A-57FF-DCD4-D86238D03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12E423-34AA-2E63-4D94-7502BF5C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8FD6F-D133-3978-0E15-2C6C1AB9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763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931A1-5FCC-0FCC-D5F2-29BC592A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F590AC-6D15-BEA3-65B6-3632D0C5E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68F338-EE45-7DA8-A91F-AD5B66C85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0EDDD8-1C39-F3C5-27C5-1BDA480C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E1E364-1149-0E58-B916-817777BAA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0C33D3-066F-BE01-7874-9979C774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69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C13D9-5940-F46B-D3C2-7B13DD753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FC0FA6-040D-59D1-E188-B4F0D11F9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54D874-1EE8-5531-F41F-A69C51539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71534-280A-CC45-F02C-0BE36E93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2E1977-7CF4-3AE0-3704-55E4901A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B37EB5-2DCF-91C1-83AA-8CBA307F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762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82CBA-99D5-3C1E-FBBC-0781BC3A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9D758C-92E4-B83F-E45E-5FA7A191C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D4514-E811-F480-802D-D15CBC15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DC536-1059-624C-2FE1-2B40139A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30C45F-9B2D-9199-ADE3-D7C5C3AB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66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CE374B-FC82-668C-120C-DE654499C4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0BE61E-6B2C-44A7-3EFC-3534C1974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133C9-283C-5CF6-4CC6-8395561CC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24A811-912B-DF4F-4E6C-78816BB81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DD803-0D7D-C21C-7FCC-639B6850B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13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79B0AB-6D0A-CC67-0006-5D7B1851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3BD8D-F4A9-98B9-BA77-1999C913C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7AAE99-B6C8-0162-3A1D-FFBE00D53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BB1C8-F002-4CF6-B5BA-DF7122A217C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6D25E3-CF7C-DA92-305A-D93634FED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B9F8F9-B7B4-4672-67FA-F08645137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BCEEC-D8AD-46DA-B049-46080F203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65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17A7F4-7DEB-F3BF-2748-7B9AE67AF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5259"/>
            <a:ext cx="10515600" cy="5985462"/>
          </a:xfrm>
        </p:spPr>
        <p:txBody>
          <a:bodyPr>
            <a:normAutofit/>
          </a:bodyPr>
          <a:lstStyle/>
          <a:p>
            <a:r>
              <a:rPr lang="ko-KR" altLang="en-US" sz="1900" dirty="0"/>
              <a:t>비행기 예매 사이트 요구사항 분석</a:t>
            </a:r>
          </a:p>
          <a:p>
            <a:r>
              <a:rPr lang="en-US" altLang="ko-KR" sz="1900" dirty="0"/>
              <a:t>1. </a:t>
            </a:r>
            <a:r>
              <a:rPr lang="ko-KR" altLang="en-US" sz="1900" dirty="0"/>
              <a:t>사용자가 회원가입을 하려면 본인인증 후 회원 아이디</a:t>
            </a:r>
            <a:r>
              <a:rPr lang="en-US" altLang="ko-KR" sz="1900" dirty="0"/>
              <a:t>, </a:t>
            </a:r>
            <a:r>
              <a:rPr lang="ko-KR" altLang="en-US" sz="1900" dirty="0"/>
              <a:t>비밀번호</a:t>
            </a:r>
            <a:r>
              <a:rPr lang="en-US" altLang="ko-KR" sz="1900" dirty="0"/>
              <a:t>, </a:t>
            </a:r>
            <a:r>
              <a:rPr lang="ko-KR" altLang="en-US" sz="1900" dirty="0"/>
              <a:t>이름</a:t>
            </a:r>
            <a:r>
              <a:rPr lang="en-US" altLang="ko-KR" sz="1900" dirty="0"/>
              <a:t>, </a:t>
            </a:r>
            <a:r>
              <a:rPr lang="ko-KR" altLang="en-US" sz="1900" dirty="0"/>
              <a:t>생년월일</a:t>
            </a:r>
            <a:r>
              <a:rPr lang="en-US" altLang="ko-KR" sz="1900" dirty="0"/>
              <a:t>, </a:t>
            </a:r>
            <a:r>
              <a:rPr lang="ko-KR" altLang="en-US" sz="1900" dirty="0"/>
              <a:t>주소를 입력해야 한다</a:t>
            </a:r>
            <a:r>
              <a:rPr lang="en-US" altLang="ko-KR" sz="1900" dirty="0"/>
              <a:t>.</a:t>
            </a:r>
          </a:p>
          <a:p>
            <a:r>
              <a:rPr lang="en-US" altLang="ko-KR" sz="1900" dirty="0"/>
              <a:t>2. </a:t>
            </a:r>
            <a:r>
              <a:rPr lang="ko-KR" altLang="en-US" sz="1900" dirty="0"/>
              <a:t>가입한 회원은 회원 아이디로 식별한다</a:t>
            </a:r>
            <a:r>
              <a:rPr lang="en-US" altLang="ko-KR" sz="1900" dirty="0"/>
              <a:t>. </a:t>
            </a:r>
          </a:p>
          <a:p>
            <a:r>
              <a:rPr lang="en-US" altLang="ko-KR" sz="1900" dirty="0"/>
              <a:t>3. </a:t>
            </a:r>
            <a:r>
              <a:rPr lang="ko-KR" altLang="en-US" sz="1900" dirty="0"/>
              <a:t>항공권은 항공권번호</a:t>
            </a:r>
            <a:r>
              <a:rPr lang="en-US" altLang="ko-KR" sz="1900" dirty="0"/>
              <a:t>, </a:t>
            </a:r>
            <a:r>
              <a:rPr lang="ko-KR" altLang="en-US" sz="1900" dirty="0"/>
              <a:t>항공권 좌석 수량 정보를 유지해야 한다</a:t>
            </a:r>
            <a:r>
              <a:rPr lang="en-US" altLang="ko-KR" sz="1900" dirty="0"/>
              <a:t>.</a:t>
            </a:r>
          </a:p>
          <a:p>
            <a:r>
              <a:rPr lang="en-US" altLang="ko-KR" sz="1900" dirty="0"/>
              <a:t>4. </a:t>
            </a:r>
            <a:r>
              <a:rPr lang="ko-KR" altLang="en-US" sz="1900" dirty="0"/>
              <a:t>항공권은 항공권번호로 식별한다</a:t>
            </a:r>
            <a:r>
              <a:rPr lang="en-US" altLang="ko-KR" sz="1900" dirty="0"/>
              <a:t>.</a:t>
            </a:r>
          </a:p>
          <a:p>
            <a:r>
              <a:rPr lang="en-US" altLang="ko-KR" sz="1900" dirty="0"/>
              <a:t>5. </a:t>
            </a:r>
            <a:r>
              <a:rPr lang="ko-KR" altLang="en-US" sz="1900" dirty="0"/>
              <a:t>회원은 항공권을 하나의 좌석을 하나만 구매할 수 있고 여러 좌석을 구매할 수도 있다</a:t>
            </a:r>
            <a:r>
              <a:rPr lang="en-US" altLang="ko-KR" sz="1900" dirty="0"/>
              <a:t>. </a:t>
            </a:r>
            <a:r>
              <a:rPr lang="ko-KR" altLang="en-US" sz="1900" dirty="0"/>
              <a:t>다만 여러 회원이 하나의 항공권 좌석을 구매할 수는 없다</a:t>
            </a:r>
            <a:r>
              <a:rPr lang="en-US" altLang="ko-KR" sz="1900" dirty="0"/>
              <a:t>. </a:t>
            </a:r>
          </a:p>
          <a:p>
            <a:r>
              <a:rPr lang="en-US" altLang="ko-KR" sz="1900" dirty="0"/>
              <a:t>6. </a:t>
            </a:r>
            <a:r>
              <a:rPr lang="ko-KR" altLang="en-US" sz="1900" dirty="0"/>
              <a:t>회원이 항공권을 예매하면 항공권에 대한 항공권 번호</a:t>
            </a:r>
            <a:r>
              <a:rPr lang="en-US" altLang="ko-KR" sz="1900" dirty="0"/>
              <a:t>, </a:t>
            </a:r>
            <a:r>
              <a:rPr lang="ko-KR" altLang="en-US" sz="1900" dirty="0"/>
              <a:t>좌석 정보</a:t>
            </a:r>
            <a:r>
              <a:rPr lang="en-US" altLang="ko-KR" sz="1900" dirty="0"/>
              <a:t>, </a:t>
            </a:r>
            <a:r>
              <a:rPr lang="ko-KR" altLang="en-US" sz="1900" dirty="0"/>
              <a:t>항공권 일정 정보를 유지해야 한다</a:t>
            </a:r>
            <a:r>
              <a:rPr lang="en-US" altLang="ko-KR" sz="1900" dirty="0"/>
              <a:t>. </a:t>
            </a:r>
          </a:p>
          <a:p>
            <a:r>
              <a:rPr lang="en-US" altLang="ko-KR" sz="1900" dirty="0"/>
              <a:t>7. </a:t>
            </a:r>
            <a:r>
              <a:rPr lang="ko-KR" altLang="en-US" sz="1900" dirty="0"/>
              <a:t>각 항공권은 항공사가 공급하고</a:t>
            </a:r>
            <a:r>
              <a:rPr lang="en-US" altLang="ko-KR" sz="1900" dirty="0"/>
              <a:t>, </a:t>
            </a:r>
            <a:r>
              <a:rPr lang="ko-KR" altLang="en-US" sz="1900" dirty="0"/>
              <a:t>항공사는 여러 좌석을 공급할 수 있다</a:t>
            </a:r>
            <a:r>
              <a:rPr lang="en-US" altLang="ko-KR" sz="1900" dirty="0"/>
              <a:t>. </a:t>
            </a:r>
          </a:p>
          <a:p>
            <a:r>
              <a:rPr lang="en-US" altLang="ko-KR" sz="1900" dirty="0"/>
              <a:t>8. </a:t>
            </a:r>
            <a:r>
              <a:rPr lang="ko-KR" altLang="en-US" sz="1900" dirty="0"/>
              <a:t>항공사에 대한 항공사명</a:t>
            </a:r>
            <a:r>
              <a:rPr lang="en-US" altLang="ko-KR" sz="1900" dirty="0"/>
              <a:t>, </a:t>
            </a:r>
            <a:r>
              <a:rPr lang="ko-KR" altLang="en-US" sz="1900" dirty="0"/>
              <a:t>전화번호</a:t>
            </a:r>
            <a:r>
              <a:rPr lang="en-US" altLang="ko-KR" sz="1900" dirty="0"/>
              <a:t>, </a:t>
            </a:r>
            <a:r>
              <a:rPr lang="ko-KR" altLang="en-US" sz="1900" dirty="0"/>
              <a:t>담당자 정보를 유지해야 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0233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정영서</dc:creator>
  <cp:lastModifiedBy>정영서</cp:lastModifiedBy>
  <cp:revision>1</cp:revision>
  <dcterms:created xsi:type="dcterms:W3CDTF">2025-11-03T07:33:43Z</dcterms:created>
  <dcterms:modified xsi:type="dcterms:W3CDTF">2025-11-03T07:34:43Z</dcterms:modified>
</cp:coreProperties>
</file>