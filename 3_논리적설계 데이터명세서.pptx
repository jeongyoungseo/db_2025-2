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9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8" autoAdjust="0"/>
    <p:restoredTop sz="94660"/>
  </p:normalViewPr>
  <p:slideViewPr>
    <p:cSldViewPr snapToGrid="0" showGuides="1">
      <p:cViewPr varScale="1">
        <p:scale>
          <a:sx n="58" d="100"/>
          <a:sy n="58" d="100"/>
        </p:scale>
        <p:origin x="72" y="10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96AFF-0602-A7FB-C59E-80520F7D3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3D446A-9DAE-566F-F8B1-C9CE44FB1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5AF28A-68CC-B428-880D-E306CD9CA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BE5FC-B418-4B77-BDE7-D5A555E46C4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87BD4D-EC33-7B2B-83C1-BE371C63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AF7679-509D-D64C-11FE-883FE8228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1A5A2-0C4A-4149-9854-68E7B02071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145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559E7-52FD-F1D3-9A47-C4C07380D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DAE1A7-7316-85BA-FC43-AFE3B9833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084B61-CC61-6B57-48F6-78556D960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BE5FC-B418-4B77-BDE7-D5A555E46C4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CB4A93-D0E9-3533-A6A6-5B7412C0B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33E889-BEE5-6504-95F6-AF9CF54B5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1A5A2-0C4A-4149-9854-68E7B02071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740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A9431D-7DD5-682A-D3D2-EED31F2F7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843B41-E975-E4DA-F0FD-B8A212E33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979355-F4AB-4C1D-8AC0-4B06DE782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BE5FC-B418-4B77-BDE7-D5A555E46C4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49FF18-DBAF-B39E-EBC3-77205A909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E92901-1E82-C62E-0AE9-F6B6240D3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1A5A2-0C4A-4149-9854-68E7B02071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334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CDEB17-B52D-659E-3171-AC470CE32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4FDD6A-36CF-7C25-EC59-68B5A2416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4A8F7A-121F-8CFA-13BF-373B706F5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74B15F-005D-0C49-EDD7-3C92138FA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BE5FC-B418-4B77-BDE7-D5A555E46C4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5BB75C-A214-06FF-8E39-75DF66303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C60284-3FEE-1CBC-3171-CA1CEB11F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1A5A2-0C4A-4149-9854-68E7B02071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6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DA6198-8B4F-DB5A-A164-E6114B7CA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91FEE5-8029-CE33-5943-9D8A54150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2FC7D6-02A9-ACE3-FD60-B10EA16A4B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D295945-2226-4AC3-6AB8-27C9CC30BE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637046-D6F1-165D-5D40-40CC31E51E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0227088-1BFB-D840-80D8-30E476FE4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BE5FC-B418-4B77-BDE7-D5A555E46C4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2D5B816-3765-BE25-606F-CACE0757D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66E91D-23EC-C5DA-24FB-6C3E3859D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1A5A2-0C4A-4149-9854-68E7B02071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6066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C113D0-880A-63CD-7462-3ED58353A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0725349-DD7B-BB9F-13EF-96592CACD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BE5FC-B418-4B77-BDE7-D5A555E46C4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7BBCC6-9B47-ECCD-8967-2FF5C695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5BF9DC-14D8-BF25-5E53-C5255F56F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1A5A2-0C4A-4149-9854-68E7B02071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1495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733A055-9401-0026-D026-8ECCCAFC5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BE5FC-B418-4B77-BDE7-D5A555E46C4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4A22AFD-49E1-E5C4-4B70-B28EF30B2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347E76-1488-BEDB-60EC-DC50701CF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1A5A2-0C4A-4149-9854-68E7B02071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580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9932EF-10D9-3C7F-2421-4A304DCD7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1F17ED-4759-083B-9FA8-CF7606D31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C4D90C-AAD4-C40A-90F6-701307BC4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B76DF0-8B71-A6BD-D610-15AA7C7F5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BE5FC-B418-4B77-BDE7-D5A555E46C4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311C9A-A8A7-E52D-83D7-225B7130A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A40B4F-8F58-8697-8AA9-B1AF2B135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1A5A2-0C4A-4149-9854-68E7B02071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8091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20EBF-CC44-8FD0-F7E4-829C13AAC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6E381B-5114-8A17-7FA9-24C0B4F61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07A3C7-8CBA-4596-36DD-86717879D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230018-BEC3-7B9B-9A1A-8055E83A4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BE5FC-B418-4B77-BDE7-D5A555E46C4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5536BD-7D0A-7C44-6BFC-3C753DBE3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3F95B6-5F6B-19ED-6AAC-E70CA8BAD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1A5A2-0C4A-4149-9854-68E7B02071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8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01D63A-FB6E-AE41-9EB3-BD02894BF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E990B1-ECA9-FFE3-C393-D08785E19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357E6D-1667-96FB-E140-798BADF66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BE5FC-B418-4B77-BDE7-D5A555E46C4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E6A0C8-D881-2AB6-CFC7-7654892D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FF7220-502C-E912-EEB2-16CD372C2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1A5A2-0C4A-4149-9854-68E7B02071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346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DC97581-0AD4-FA69-5686-68B551AE4D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20DC09-7751-E7B8-5A2E-42600AC60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984A87-7B7D-65F7-8653-CF879719E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BE5FC-B418-4B77-BDE7-D5A555E46C4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CB73EA-582F-FCAA-63E7-F0AA0BF0C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001340-1DB2-AB2D-22D8-1AC79D43A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1A5A2-0C4A-4149-9854-68E7B02071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94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DDB4C8A-87D0-6F2A-D106-CC5636DB4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AF8219-8D1B-BC68-4744-325B4609A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3BBA2A-C0CD-CC45-AAF3-A24948F5D0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3BE5FC-B418-4B77-BDE7-D5A555E46C4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315C8C-8D30-4251-53C1-90FA83F2B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C22249-0502-C5ED-459A-FD667B9EBF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C1A5A2-0C4A-4149-9854-68E7B02071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686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33C94-C42D-9E87-D3CF-6A062739A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49C6D340-EE0B-EFC3-9FEF-2CA51F35D9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7278107"/>
              </p:ext>
            </p:extLst>
          </p:nvPr>
        </p:nvGraphicFramePr>
        <p:xfrm>
          <a:off x="838200" y="548639"/>
          <a:ext cx="10515596" cy="5712507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4113805345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69783793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106514285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522310695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01552076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41370267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485114978"/>
                    </a:ext>
                  </a:extLst>
                </a:gridCol>
              </a:tblGrid>
              <a:tr h="563603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304757"/>
                  </a:ext>
                </a:extLst>
              </a:tr>
              <a:tr h="563603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테이블이름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상품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9638"/>
                  </a:ext>
                </a:extLst>
              </a:tr>
              <a:tr h="5636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속성이름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널허용여부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기본값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기본키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외래키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제약조건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492750"/>
                  </a:ext>
                </a:extLst>
              </a:tr>
              <a:tr h="5636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회원아이디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679716"/>
                  </a:ext>
                </a:extLst>
              </a:tr>
              <a:tr h="5636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비밀번호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009950"/>
                  </a:ext>
                </a:extLst>
              </a:tr>
              <a:tr h="5636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18821"/>
                  </a:ext>
                </a:extLst>
              </a:tr>
              <a:tr h="5636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900739"/>
                  </a:ext>
                </a:extLst>
              </a:tr>
              <a:tr h="5636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직업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570930"/>
                  </a:ext>
                </a:extLst>
              </a:tr>
              <a:tr h="5636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Silver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Silver, Gold, Vip</a:t>
                      </a:r>
                      <a:r>
                        <a:rPr lang="ko-KR" altLang="en-US"/>
                        <a:t>만 허용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003661"/>
                  </a:ext>
                </a:extLst>
              </a:tr>
              <a:tr h="5636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적립금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409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2806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A5D332CD-2D11-D644-E9A0-741449D0F5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4029141"/>
              </p:ext>
            </p:extLst>
          </p:nvPr>
        </p:nvGraphicFramePr>
        <p:xfrm>
          <a:off x="838200" y="548639"/>
          <a:ext cx="10515596" cy="563603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4113805345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69783793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106514285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522310695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01552076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41370267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485114978"/>
                    </a:ext>
                  </a:extLst>
                </a:gridCol>
              </a:tblGrid>
              <a:tr h="563603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304757"/>
                  </a:ext>
                </a:extLst>
              </a:tr>
              <a:tr h="563603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테이블이름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상품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9638"/>
                  </a:ext>
                </a:extLst>
              </a:tr>
              <a:tr h="5636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속성이름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널허용여부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기본값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기본키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외래키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제약조건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492750"/>
                  </a:ext>
                </a:extLst>
              </a:tr>
              <a:tr h="5636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상품번호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679716"/>
                  </a:ext>
                </a:extLst>
              </a:tr>
              <a:tr h="5636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상품명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Varchar(50)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009950"/>
                  </a:ext>
                </a:extLst>
              </a:tr>
              <a:tr h="5636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재고량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18821"/>
                  </a:ext>
                </a:extLst>
              </a:tr>
              <a:tr h="5636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단가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900739"/>
                  </a:ext>
                </a:extLst>
              </a:tr>
              <a:tr h="5636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제조업체명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Varchar(30)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570930"/>
                  </a:ext>
                </a:extLst>
              </a:tr>
              <a:tr h="5636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공급일자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003661"/>
                  </a:ext>
                </a:extLst>
              </a:tr>
              <a:tr h="5636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공급량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409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241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103</Words>
  <Application>Microsoft Office PowerPoint</Application>
  <PresentationFormat>와이드스크린</PresentationFormat>
  <Paragraphs>71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정영서</dc:creator>
  <cp:lastModifiedBy>정영서</cp:lastModifiedBy>
  <cp:revision>1</cp:revision>
  <dcterms:created xsi:type="dcterms:W3CDTF">2025-11-10T07:24:47Z</dcterms:created>
  <dcterms:modified xsi:type="dcterms:W3CDTF">2025-11-10T07:43:41Z</dcterms:modified>
</cp:coreProperties>
</file>